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3404ce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3404ce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3404ce2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3404ce2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53404ce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53404ce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3404ce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3404ce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Case Study 59: Learn </a:t>
            </a:r>
            <a:r>
              <a:rPr b="1" lang="en-GB">
                <a:solidFill>
                  <a:srgbClr val="B6D7A8"/>
                </a:solidFill>
              </a:rPr>
              <a:t>Mint</a:t>
            </a:r>
            <a:r>
              <a:rPr b="1" lang="en-GB">
                <a:solidFill>
                  <a:srgbClr val="93C47D"/>
                </a:solidFill>
              </a:rPr>
              <a:t> : </a:t>
            </a:r>
            <a:r>
              <a:rPr b="1" lang="en-GB">
                <a:solidFill>
                  <a:schemeClr val="lt1"/>
                </a:solidFill>
              </a:rPr>
              <a:t>Micro Course Marketplace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38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562450" y="3590750"/>
            <a:ext cx="586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By Prathamesh More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899" y="4225399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46125" y="1237175"/>
            <a:ext cx="4162800" cy="3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Many students find long courses difficult to complete and prefer shorter, focused learning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There is a need for a platform where users can learn through simple micro-courses that are easy to access and complete.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goal of this project is to develop Learn Mint, a web platform where users can: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Browse different 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Open a course and watch lessons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Track their learning progress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Unlock lessons step-by-step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platform aims to make learning simple, structured, and accessible.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" name="Google Shape;64;p14" title="Screenshot 2026-03-06 at 17.21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625" y="1353625"/>
            <a:ext cx="4279126" cy="27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443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Learn Mint is a responsive micro-course marketplace website developed using </a:t>
            </a:r>
            <a:r>
              <a:rPr b="1" lang="en-GB" sz="1100">
                <a:solidFill>
                  <a:schemeClr val="dk1"/>
                </a:solidFill>
              </a:rPr>
              <a:t>HTML, CSS, and JavaScript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platform allows users to easily explore and learn new skills through short courses.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Key features of the system: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Browse multiple micro-courses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Open course pages and watch lesson videos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Lessons unlock sequentially after completion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Progress bar to track course completion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Instructor information displayed for each lesson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Dashboard to view enrolled courses and progress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1" name="Google Shape;71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Screenshot 2026-03-06 at 18.20.38.png"/>
          <p:cNvPicPr preferRelativeResize="0"/>
          <p:nvPr/>
        </p:nvPicPr>
        <p:blipFill rotWithShape="1">
          <a:blip r:embed="rId4">
            <a:alphaModFix/>
          </a:blip>
          <a:srcRect b="0" l="2217" r="2226" t="0"/>
          <a:stretch/>
        </p:blipFill>
        <p:spPr>
          <a:xfrm>
            <a:off x="4432925" y="1199713"/>
            <a:ext cx="4633452" cy="2744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of the System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224025" y="1191450"/>
            <a:ext cx="452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User opens the LearnMint website and can browse available courses.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Courses page displays different micro-courses with details like title, rating, duration, and price.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When a user selects a course, the course detail page opens with a list of lessons and a video player.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Lessons unlock sequentially, meaning the next lesson becomes available only after completing the previous one.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system updates the progress bar based on completed lessons.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Dashboard shows enrolled courses and the user's learning progress.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9" name="Google Shape;79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6-03-06 at 17.25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825" y="1310150"/>
            <a:ext cx="4260372" cy="250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24050" y="1240150"/>
            <a:ext cx="47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Learn Mint platform provides a simple and effective way for users to learn through micro-courses.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project demonstrates: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A responsive multi-page website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Easy browsing of courses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Lesson-based learning system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• Progress tracking for users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project shows how </a:t>
            </a:r>
            <a:r>
              <a:rPr b="1" lang="en-GB" sz="1100">
                <a:solidFill>
                  <a:schemeClr val="dk1"/>
                </a:solidFill>
              </a:rPr>
              <a:t>HTML, CSS, and JavaScript</a:t>
            </a:r>
            <a:r>
              <a:rPr lang="en-GB" sz="1100">
                <a:solidFill>
                  <a:schemeClr val="dk1"/>
                </a:solidFill>
              </a:rPr>
              <a:t> can be used to build an interactive learning platform.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87" name="Google Shape;87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3-06 at 17.28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650" y="1170125"/>
            <a:ext cx="3870950" cy="219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4" name="Google Shape;94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